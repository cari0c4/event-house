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83655" y="239581"/>
            <a:ext cx="16528342" cy="18048419"/>
          </a:xfrm>
          <a:custGeom>
            <a:avLst/>
            <a:gdLst/>
            <a:ahLst/>
            <a:cxnLst/>
            <a:rect r="r" b="b" t="t" l="l"/>
            <a:pathLst>
              <a:path h="18048419" w="16528342">
                <a:moveTo>
                  <a:pt x="0" y="0"/>
                </a:moveTo>
                <a:lnTo>
                  <a:pt x="16528342" y="0"/>
                </a:lnTo>
                <a:lnTo>
                  <a:pt x="16528342" y="18048419"/>
                </a:lnTo>
                <a:lnTo>
                  <a:pt x="0" y="18048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504" t="-41596" r="-1477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55998" y="3588648"/>
            <a:ext cx="4821634" cy="4821634"/>
          </a:xfrm>
          <a:custGeom>
            <a:avLst/>
            <a:gdLst/>
            <a:ahLst/>
            <a:cxnLst/>
            <a:rect r="r" b="b" t="t" l="l"/>
            <a:pathLst>
              <a:path h="4821634" w="4821634">
                <a:moveTo>
                  <a:pt x="0" y="0"/>
                </a:moveTo>
                <a:lnTo>
                  <a:pt x="4821635" y="0"/>
                </a:lnTo>
                <a:lnTo>
                  <a:pt x="4821635" y="4821634"/>
                </a:lnTo>
                <a:lnTo>
                  <a:pt x="0" y="48216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894917" y="3588648"/>
            <a:ext cx="4821634" cy="4821634"/>
          </a:xfrm>
          <a:custGeom>
            <a:avLst/>
            <a:gdLst/>
            <a:ahLst/>
            <a:cxnLst/>
            <a:rect r="r" b="b" t="t" l="l"/>
            <a:pathLst>
              <a:path h="4821634" w="4821634">
                <a:moveTo>
                  <a:pt x="0" y="0"/>
                </a:moveTo>
                <a:lnTo>
                  <a:pt x="4821634" y="0"/>
                </a:lnTo>
                <a:lnTo>
                  <a:pt x="4821634" y="4821634"/>
                </a:lnTo>
                <a:lnTo>
                  <a:pt x="0" y="4821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538902" y="3833302"/>
            <a:ext cx="4821634" cy="4821634"/>
          </a:xfrm>
          <a:custGeom>
            <a:avLst/>
            <a:gdLst/>
            <a:ahLst/>
            <a:cxnLst/>
            <a:rect r="r" b="b" t="t" l="l"/>
            <a:pathLst>
              <a:path h="4821634" w="4821634">
                <a:moveTo>
                  <a:pt x="0" y="0"/>
                </a:moveTo>
                <a:lnTo>
                  <a:pt x="4821634" y="0"/>
                </a:lnTo>
                <a:lnTo>
                  <a:pt x="4821634" y="4821634"/>
                </a:lnTo>
                <a:lnTo>
                  <a:pt x="0" y="48216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54412" y="10905892"/>
            <a:ext cx="4062960" cy="4062960"/>
          </a:xfrm>
          <a:custGeom>
            <a:avLst/>
            <a:gdLst/>
            <a:ahLst/>
            <a:cxnLst/>
            <a:rect r="r" b="b" t="t" l="l"/>
            <a:pathLst>
              <a:path h="4062960" w="4062960">
                <a:moveTo>
                  <a:pt x="0" y="0"/>
                </a:moveTo>
                <a:lnTo>
                  <a:pt x="4062960" y="0"/>
                </a:lnTo>
                <a:lnTo>
                  <a:pt x="4062960" y="4062960"/>
                </a:lnTo>
                <a:lnTo>
                  <a:pt x="0" y="40629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894917" y="10905892"/>
            <a:ext cx="4062960" cy="4062960"/>
          </a:xfrm>
          <a:custGeom>
            <a:avLst/>
            <a:gdLst/>
            <a:ahLst/>
            <a:cxnLst/>
            <a:rect r="r" b="b" t="t" l="l"/>
            <a:pathLst>
              <a:path h="4062960" w="4062960">
                <a:moveTo>
                  <a:pt x="0" y="0"/>
                </a:moveTo>
                <a:lnTo>
                  <a:pt x="4062960" y="0"/>
                </a:lnTo>
                <a:lnTo>
                  <a:pt x="4062960" y="4062960"/>
                </a:lnTo>
                <a:lnTo>
                  <a:pt x="0" y="40629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538902" y="10316921"/>
            <a:ext cx="4651931" cy="4651931"/>
          </a:xfrm>
          <a:custGeom>
            <a:avLst/>
            <a:gdLst/>
            <a:ahLst/>
            <a:cxnLst/>
            <a:rect r="r" b="b" t="t" l="l"/>
            <a:pathLst>
              <a:path h="4651931" w="4651931">
                <a:moveTo>
                  <a:pt x="0" y="0"/>
                </a:moveTo>
                <a:lnTo>
                  <a:pt x="4651930" y="0"/>
                </a:lnTo>
                <a:lnTo>
                  <a:pt x="4651930" y="4651931"/>
                </a:lnTo>
                <a:lnTo>
                  <a:pt x="0" y="46519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DAG6geAQ5rQ</dc:identifier>
  <dcterms:modified xsi:type="dcterms:W3CDTF">2011-08-01T06:04:30Z</dcterms:modified>
  <cp:revision>1</cp:revision>
  <dc:title>Event-House Technical Report.pdf</dc:title>
</cp:coreProperties>
</file>